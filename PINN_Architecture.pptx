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264640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PINN Surrogate Architecture — 1D Polymer Flood (Pelican Lake HP-6)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85800"/>
            <a:ext cx="6949440" cy="3657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Neural-Network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37160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X  (norm)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1234440"/>
            <a:ext cx="137160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  (norm)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234440"/>
            <a:ext cx="164592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C_pi  (inj. conc.)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6642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Inputs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1371600" cy="50292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Dense 64
+ Tanh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011680"/>
            <a:ext cx="1371600" cy="50292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Dense 64
+ Tanh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5328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Space &amp; Time Embeddings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1645920"/>
            <a:ext cx="0" cy="36576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68880" y="1645920"/>
            <a:ext cx="0" cy="36576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4320" y="2788920"/>
            <a:ext cx="2834640" cy="4114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Concatenate  [64 + 64 + 1] = 129 units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120" y="2514600"/>
            <a:ext cx="0" cy="27432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68880" y="2514600"/>
            <a:ext cx="0" cy="27432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14800" y="1645920"/>
            <a:ext cx="0" cy="1344168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108960" y="2990088"/>
            <a:ext cx="1005840" cy="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74320" y="3383280"/>
            <a:ext cx="2834640" cy="50292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Dense 128 → BN → Tanh → Dropout(0.1)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91640" y="3200400"/>
            <a:ext cx="0" cy="18288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74320" y="4160520"/>
            <a:ext cx="2834640" cy="50292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Dense 128 → BN → Tanh → Dropout(0.1)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91640" y="3886200"/>
            <a:ext cx="0" cy="27432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74320" y="4937760"/>
            <a:ext cx="2834640" cy="50292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Dense  64 → BN → Tanh → Dropout(0.1)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91640" y="4663440"/>
            <a:ext cx="0" cy="27432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8600" y="5486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Hidden Layers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623560"/>
            <a:ext cx="2834640" cy="5029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Dense 2 → Sigmoid
[Ŝw_norm ,  Ĉp_norm]  ∈ (0,1)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91640" y="5440680"/>
            <a:ext cx="0" cy="18288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28600" y="615391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Output (normalised)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400800"/>
            <a:ext cx="2834640" cy="64008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Denormalise
Sw = Swi + Ŝw·(1−Swi−Sor)
Cp = Ĉp · Cp,max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91640" y="6126480"/>
            <a:ext cx="0" cy="274320"/>
          </a:xfrm>
          <a:prstGeom prst="line">
            <a:avLst/>
          </a:prstGeom>
          <a:ln w="190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60920" y="685800"/>
            <a:ext cx="0" cy="7406640"/>
          </a:xfrm>
          <a:prstGeom prst="line">
            <a:avLst/>
          </a:prstGeom>
          <a:ln w="1270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452360" y="685800"/>
            <a:ext cx="6995160" cy="36576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Physics Constraints &amp; Loss Function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1143000"/>
            <a:ext cx="6995160" cy="3200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Physical Transformation  (from Sw, Cp)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1508760"/>
            <a:ext cx="6995160" cy="1828800"/>
          </a:xfrm>
          <a:prstGeom prst="rect">
            <a:avLst/>
          </a:prstGeom>
          <a:solidFill>
            <a:srgbClr val="FFFFE8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Se  =  (Sw − Swc) / (1 − Swc − Sor)
krw =  0.10 · Se^nw          [nw trainable]
kro =  1.00 · (1−Se)^no      [no trainable]
μw  =  μwi · (1 + r·Cp + s·Cp² + t·Cp³)     [r,s,t trainable]
μo  =  1650 cp               [fixed]
fw  =  (krw/μw) / (krw/μw + kro/μo)
vp  =  Q·Tref / (A·φ·L)     [fixed]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3429000"/>
            <a:ext cx="6995160" cy="3200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PDE Residuals  (collocation points)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3794760"/>
            <a:ext cx="6995160" cy="1005840"/>
          </a:xfrm>
          <a:prstGeom prst="rect">
            <a:avLst/>
          </a:prstGeom>
          <a:solidFill>
            <a:srgbClr val="FFFFE8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R_BL  =  ∂Sw/∂T  +  vp · ∂fw/∂X  =  0
R_Cp  =  ∂(Sw·Cp)/∂T  +  vp · ∂(fw·Cp)/∂X  =  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4892040"/>
            <a:ext cx="6995160" cy="3200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Initial &amp; Boundary Conditions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5257800"/>
            <a:ext cx="6995160" cy="731520"/>
          </a:xfrm>
          <a:prstGeom prst="rect">
            <a:avLst/>
          </a:prstGeom>
          <a:solidFill>
            <a:srgbClr val="FFFFE8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IC  (T=0, all X):   Sw = Sw,init = 0.36 ,  Cp = 0
BC  (X=0, all T):   Sw = 1−Sor    ,  Cp = Cp,inj(T)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6080760"/>
            <a:ext cx="6995160" cy="3200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Data Loss  (producer well observations)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6446520"/>
            <a:ext cx="6995160" cy="914400"/>
          </a:xfrm>
          <a:prstGeom prst="rect">
            <a:avLst/>
          </a:prstGeom>
          <a:solidFill>
            <a:srgbClr val="FFFFE8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L_data  =  MSE(WC_pred , WC_obs)  +  MSE(q_o,pred , q_o,obs)
where  WC = fw(Sw, Cp) ,   q_o = Q·(1−WC)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52360" y="7452360"/>
            <a:ext cx="6995160" cy="5029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L_total  =  w₁·L_BL + w₂·L_Cp + w₃·L_data + w₄·L_IC + w₅·L_BC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7452360"/>
            <a:ext cx="694944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Trainable physics params:  nw, no, r, s, t  (polymer viscosity)  |  Fixed:  krw=0.10, kro=1.00, vp, μo=1650 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